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EDF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6EDF3"/>
                </a:solidFill>
                <a:latin typeface="Calibri"/>
              </a:rPr>
              <a:t>Infiltration forecast F1 by horizon step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 (static)</c:v>
                </c:pt>
              </c:strCache>
            </c:strRef>
          </c:tx>
          <c:spPr>
            <a:solidFill>
              <a:srgbClr val="5B67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Step 1</c:v>
                  </c:pt>
                  <c:pt idx="1">
                    <c:v>Step 2</c:v>
                  </c:pt>
                  <c:pt idx="2">
                    <c:v>Step 3</c:v>
                  </c:pt>
                  <c:pt idx="3">
                    <c:v>Step 4</c:v>
                  </c:pt>
                  <c:pt idx="4">
                    <c:v>Step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0.8376</c:v>
                </c:pt>
                <c:pt idx="1">
                  <c:v>0.832</c:v>
                </c:pt>
                <c:pt idx="2">
                  <c:v>0.8206</c:v>
                </c:pt>
                <c:pt idx="3">
                  <c:v>0.8129</c:v>
                </c:pt>
                <c:pt idx="4">
                  <c:v>0.8048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Logistic regression (context)</c:v>
                </c:pt>
              </c:strCache>
            </c:strRef>
          </c:tx>
          <c:spPr>
            <a:solidFill>
              <a:srgbClr val="8B98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Step 1</c:v>
                  </c:pt>
                  <c:pt idx="1">
                    <c:v>Step 2</c:v>
                  </c:pt>
                  <c:pt idx="2">
                    <c:v>Step 3</c:v>
                  </c:pt>
                  <c:pt idx="3">
                    <c:v>Step 4</c:v>
                  </c:pt>
                  <c:pt idx="4">
                    <c:v>Step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0.8947</c:v>
                </c:pt>
                <c:pt idx="1">
                  <c:v>0.8671</c:v>
                </c:pt>
                <c:pt idx="2">
                  <c:v>0.8353</c:v>
                </c:pt>
                <c:pt idx="3">
                  <c:v>0.8191</c:v>
                </c:pt>
                <c:pt idx="4">
                  <c:v>0.8113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ATDRPS world model</c:v>
                </c:pt>
              </c:strCache>
            </c:strRef>
          </c:tx>
          <c:spPr>
            <a:solidFill>
              <a:srgbClr val="4DA3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Step 1</c:v>
                  </c:pt>
                  <c:pt idx="1">
                    <c:v>Step 2</c:v>
                  </c:pt>
                  <c:pt idx="2">
                    <c:v>Step 3</c:v>
                  </c:pt>
                  <c:pt idx="3">
                    <c:v>Step 4</c:v>
                  </c:pt>
                  <c:pt idx="4">
                    <c:v>Step 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0.9214</c:v>
                </c:pt>
                <c:pt idx="1">
                  <c:v>0.9009</c:v>
                </c:pt>
                <c:pt idx="2">
                  <c:v>0.8631</c:v>
                </c:pt>
                <c:pt idx="3">
                  <c:v>0.8499</c:v>
                </c:pt>
                <c:pt idx="4">
                  <c:v>0.8419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8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5"/>
        </c:scaling>
        <c:delete val="0"/>
        <c:axPos val="l"/>
        <c:majorGridlines>
          <c:spPr>
            <a:ln w="12700" cap="flat">
              <a:solidFill>
                <a:srgbClr val="2432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8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4"/>
        </a:solidFill>
        <a:ln w="12700" cap="flat">
          <a:solidFill>
            <a:srgbClr val="243244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B98A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51C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conventional IDS classifies one flow at a time and throws away time. Infiltration is a process, not a packet. ATDRPS models how network state evolves and forecasts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statement asks for flow and packet features combined. This is where they are combined, and the table shows the separation each level buys.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Residual dynamics. Found by building the dashboard and looking at a real forecast, not by a unit test. Halved the false positive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model sees identical sequences, splits and features. Thresholds chosen on validation and applied unchanged to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Explainability is mandatory in the problem statement. The offline constraint is what drove us to implement the pcap parser and KernelSHAP ourselves.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ATDRPS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276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Detection and Reinforcement Protocol System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9339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model for network attack forecasting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074920" cy="1417320"/>
          </a:xfrm>
          <a:prstGeom prst="roundRect">
            <a:avLst>
              <a:gd name="adj" fmla="val 2581"/>
            </a:avLst>
          </a:prstGeom>
          <a:solidFill>
            <a:srgbClr val="151C26"/>
          </a:solidFill>
          <a:ln w="12700">
            <a:solidFill>
              <a:srgbClr val="2432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8529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IDS asks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54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9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"Is this flow malicious?"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89320" y="2697480"/>
            <a:ext cx="5623560" cy="1417320"/>
          </a:xfrm>
          <a:prstGeom prst="roundRect">
            <a:avLst>
              <a:gd name="adj" fmla="val 2581"/>
            </a:avLst>
          </a:prstGeom>
          <a:solidFill>
            <a:srgbClr val="1B2532"/>
          </a:solidFill>
          <a:ln w="12700">
            <a:solidFill>
              <a:srgbClr val="2432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852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ATDRPS asks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3154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DA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"Where is this network heading?"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3434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learns P(S t+1 | S ≤t) over network state and rolls it forward K steps — so a scan that is still only a scan can be read as a trajectory toward compromise.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2051914" cy="658368"/>
          </a:xfrm>
          <a:prstGeom prst="roundRect">
            <a:avLst>
              <a:gd name="adj" fmla="val 6944"/>
            </a:avLst>
          </a:prstGeom>
          <a:solidFill>
            <a:srgbClr val="1B2532"/>
          </a:solidFill>
          <a:ln w="22225">
            <a:solidFill>
              <a:srgbClr val="4DA3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5074920"/>
            <a:ext cx="20519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600554" y="5074920"/>
            <a:ext cx="20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01722" y="5074920"/>
            <a:ext cx="2051914" cy="658368"/>
          </a:xfrm>
          <a:prstGeom prst="roundRect">
            <a:avLst>
              <a:gd name="adj" fmla="val 6944"/>
            </a:avLst>
          </a:prstGeom>
          <a:solidFill>
            <a:srgbClr val="1B2532"/>
          </a:solidFill>
          <a:ln w="22225">
            <a:solidFill>
              <a:srgbClr val="D2992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01722" y="5074920"/>
            <a:ext cx="20519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53635" y="5074920"/>
            <a:ext cx="20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54803" y="5074920"/>
            <a:ext cx="2051914" cy="658368"/>
          </a:xfrm>
          <a:prstGeom prst="roundRect">
            <a:avLst>
              <a:gd name="adj" fmla="val 6944"/>
            </a:avLst>
          </a:prstGeom>
          <a:solidFill>
            <a:srgbClr val="1B2532"/>
          </a:solidFill>
          <a:ln w="22225">
            <a:solidFill>
              <a:srgbClr val="DB6D2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54803" y="5074920"/>
            <a:ext cx="20519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B6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B6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106717" y="5074920"/>
            <a:ext cx="20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07885" y="5074920"/>
            <a:ext cx="2051914" cy="658368"/>
          </a:xfrm>
          <a:prstGeom prst="roundRect">
            <a:avLst>
              <a:gd name="adj" fmla="val 6944"/>
            </a:avLst>
          </a:prstGeom>
          <a:solidFill>
            <a:srgbClr val="1B2532"/>
          </a:solidFill>
          <a:ln w="22225">
            <a:solidFill>
              <a:srgbClr val="BC8C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07885" y="5074920"/>
            <a:ext cx="20519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Control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359798" y="5074920"/>
            <a:ext cx="20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560966" y="5074920"/>
            <a:ext cx="2051914" cy="658368"/>
          </a:xfrm>
          <a:prstGeom prst="roundRect">
            <a:avLst>
              <a:gd name="adj" fmla="val 6944"/>
            </a:avLst>
          </a:prstGeom>
          <a:solidFill>
            <a:srgbClr val="1B2532"/>
          </a:solidFill>
          <a:ln w="22225">
            <a:solidFill>
              <a:srgbClr val="F8514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60966" y="5074920"/>
            <a:ext cx="205191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 India Hackathon 2026  ·  PS 26153  ·  NTRO  ·  Team Bell Labs, Lloyd Institute of Engineering &amp;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packets to a network state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Dual-level features, because flow records erase exactly the evidence the hard cases need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0320" cy="1481328"/>
          </a:xfrm>
          <a:prstGeom prst="roundRect">
            <a:avLst>
              <a:gd name="adj" fmla="val 2469"/>
            </a:avLst>
          </a:prstGeom>
          <a:solidFill>
            <a:srgbClr val="151C26"/>
          </a:solidFill>
          <a:ln w="12700">
            <a:solidFill>
              <a:srgbClr val="2432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819656"/>
            <a:ext cx="384048" cy="384048"/>
          </a:xfrm>
          <a:prstGeom prst="ellipse">
            <a:avLst/>
          </a:prstGeom>
          <a:solidFill>
            <a:srgbClr val="1B2532"/>
          </a:solidFill>
          <a:ln w="19050">
            <a:solidFill>
              <a:srgbClr val="4DA3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/ CSV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30428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in-tree pcap + pcapng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— no scapy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127248" y="2057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401568" y="1600200"/>
            <a:ext cx="2560320" cy="1481328"/>
          </a:xfrm>
          <a:prstGeom prst="roundRect">
            <a:avLst>
              <a:gd name="adj" fmla="val 2469"/>
            </a:avLst>
          </a:prstGeom>
          <a:solidFill>
            <a:srgbClr val="151C26"/>
          </a:solidFill>
          <a:ln w="12700">
            <a:solidFill>
              <a:srgbClr val="2432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21024" y="1819656"/>
            <a:ext cx="384048" cy="384048"/>
          </a:xfrm>
          <a:prstGeom prst="ellipse">
            <a:avLst/>
          </a:prstGeom>
          <a:solidFill>
            <a:srgbClr val="1B2532"/>
          </a:solidFill>
          <a:ln w="19050">
            <a:solidFill>
              <a:srgbClr val="4DA3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21024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230428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5-tuple assembly,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+ active timeouts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80176" y="2057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54496" y="1600200"/>
            <a:ext cx="2560320" cy="1481328"/>
          </a:xfrm>
          <a:prstGeom prst="roundRect">
            <a:avLst>
              <a:gd name="adj" fmla="val 2469"/>
            </a:avLst>
          </a:prstGeom>
          <a:solidFill>
            <a:srgbClr val="151C26"/>
          </a:solidFill>
          <a:ln w="12700">
            <a:solidFill>
              <a:srgbClr val="2432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1819656"/>
            <a:ext cx="384048" cy="384048"/>
          </a:xfrm>
          <a:prstGeom prst="ellipse">
            <a:avLst/>
          </a:prstGeom>
          <a:solidFill>
            <a:srgbClr val="1B253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73952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67728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230428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NetFlow aggregates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packet statistics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833104" y="2057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107424" y="1600200"/>
            <a:ext cx="2560320" cy="1481328"/>
          </a:xfrm>
          <a:prstGeom prst="roundRect">
            <a:avLst>
              <a:gd name="adj" fmla="val 2469"/>
            </a:avLst>
          </a:prstGeom>
          <a:solidFill>
            <a:srgbClr val="151C26"/>
          </a:solidFill>
          <a:ln w="12700">
            <a:solidFill>
              <a:srgbClr val="2432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26880" y="1819656"/>
            <a:ext cx="384048" cy="384048"/>
          </a:xfrm>
          <a:prstGeom prst="ellipse">
            <a:avLst/>
          </a:prstGeom>
          <a:solidFill>
            <a:srgbClr val="1B253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26880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20656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Sₜ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0" y="2304288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 window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103-dim vector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310128"/>
            <a:ext cx="5486400" cy="2999232"/>
          </a:xfrm>
          <a:prstGeom prst="roundRect">
            <a:avLst>
              <a:gd name="adj" fmla="val 1220"/>
            </a:avLst>
          </a:prstGeom>
          <a:solidFill>
            <a:srgbClr val="151C26"/>
          </a:solidFill>
          <a:ln w="12700">
            <a:solidFill>
              <a:srgbClr val="2432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34930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window contains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384048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shape (22) — rates, distinct hosts and ports, direction, concentration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Distributional aggregates (60) — mean, spread and peak of 20 per-flow features. Spread is the signal: beacons have near-zero timing variance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detectors (21) — ports swept per pair, beacon regularity, worm fan-out, half-open ratio, DNS query size, TTL inconsistency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55080" y="3310128"/>
            <a:ext cx="5257800" cy="2999232"/>
          </a:xfrm>
          <a:prstGeom prst="roundRect">
            <a:avLst>
              <a:gd name="adj" fmla="val 1220"/>
            </a:avLst>
          </a:prstGeom>
          <a:solidFill>
            <a:srgbClr val="151C26"/>
          </a:solidFill>
          <a:ln w="12700">
            <a:solidFill>
              <a:srgbClr val="24324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0" y="349300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separation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38770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38770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benign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555480" y="38770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675120" y="4041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ports per pair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732520" y="40416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555480" y="40416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22.8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424160" y="4041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675120" y="4343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same-port fan-out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8732520" y="4343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0.79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555480" y="4343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B6D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1.89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10424160" y="4343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675120" y="4645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half-open ratio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8732520" y="46451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9555480" y="46451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0.80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0424160" y="4645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flood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6675120" y="49469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 regularity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8732520" y="4946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0.66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555480" y="49469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0.92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10424160" y="49469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beacon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6675120" y="5248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query size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8732520" y="52486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4.29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9555480" y="52486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5.39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10424160" y="52486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tunnel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6675120" y="5550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inconsistency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8732520" y="55504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9555480" y="55504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0.104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10424160" y="5550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6675120" y="588873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18 attacks in our taxonomy, 9 are modelled as stages with generated training data, 6 are caught through their consequences, and 3 need a different sensor — and we say which.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 model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encoder, three heads, and a forward simulation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4892040" cy="2788920"/>
          </a:xfrm>
          <a:prstGeom prst="roundRect">
            <a:avLst>
              <a:gd name="adj" fmla="val 1311"/>
            </a:avLst>
          </a:prstGeom>
          <a:solidFill>
            <a:srgbClr val="151C26"/>
          </a:solidFill>
          <a:ln w="12700">
            <a:solidFill>
              <a:srgbClr val="2432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transformer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6654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16 context windows  ·  d_model 128  ·  4 heads  ·  3 pre-norm blocks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505456"/>
            <a:ext cx="237744" cy="23774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16152" y="2450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next-state Δ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16152" y="26883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state changes — the dynamics target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3054096"/>
            <a:ext cx="237744" cy="237744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16152" y="29992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head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16152" y="32369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stage of the next window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3602736"/>
            <a:ext cx="237744" cy="237744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16152" y="35478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infiltration head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16152" y="37856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infiltration is underway next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4398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all three together is the point. The stage head alone is a classifier with extra steps; making one representation also reconstruct the next state is what forces it to learn dynamics.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0" y="1572768"/>
            <a:ext cx="5852160" cy="2788920"/>
          </a:xfrm>
          <a:prstGeom prst="roundRect">
            <a:avLst>
              <a:gd name="adj" fmla="val 1311"/>
            </a:avLst>
          </a:prstGeom>
          <a:solidFill>
            <a:srgbClr val="151C26"/>
          </a:solidFill>
          <a:ln w="12700">
            <a:solidFill>
              <a:srgbClr val="2432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173736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K-step forward simulation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206654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→ append → re-predict.  Errors compound, and they should — a model equally confident at step 5 as step 1 is lying about what it knows.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2670048"/>
            <a:ext cx="868680" cy="868680"/>
          </a:xfrm>
          <a:prstGeom prst="roundRect">
            <a:avLst>
              <a:gd name="adj" fmla="val 5263"/>
            </a:avLst>
          </a:prstGeom>
          <a:solidFill>
            <a:srgbClr val="1B2532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80760" y="26700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t+1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0" y="2788920"/>
            <a:ext cx="868680" cy="749808"/>
          </a:xfrm>
          <a:prstGeom prst="roundRect">
            <a:avLst>
              <a:gd name="adj" fmla="val 6098"/>
            </a:avLst>
          </a:prstGeom>
          <a:solidFill>
            <a:srgbClr val="1B2532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0" y="2788920"/>
            <a:ext cx="868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t+2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83880" y="2898648"/>
            <a:ext cx="868680" cy="640080"/>
          </a:xfrm>
          <a:prstGeom prst="roundRect">
            <a:avLst>
              <a:gd name="adj" fmla="val 7143"/>
            </a:avLst>
          </a:prstGeom>
          <a:solidFill>
            <a:srgbClr val="1B2532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289864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t+3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235440" y="3008376"/>
            <a:ext cx="868680" cy="530352"/>
          </a:xfrm>
          <a:prstGeom prst="roundRect">
            <a:avLst>
              <a:gd name="adj" fmla="val 8621"/>
            </a:avLst>
          </a:prstGeom>
          <a:solidFill>
            <a:srgbClr val="1B2532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35440" y="3008376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t+4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287000" y="3118104"/>
            <a:ext cx="868680" cy="420624"/>
          </a:xfrm>
          <a:prstGeom prst="roundRect">
            <a:avLst>
              <a:gd name="adj" fmla="val 10870"/>
            </a:avLst>
          </a:prstGeom>
          <a:solidFill>
            <a:srgbClr val="1B2532"/>
          </a:solidFill>
          <a:ln w="12700">
            <a:solidFill>
              <a:srgbClr val="4DA3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287000" y="311810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A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t+5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080760" y="36118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decays with distance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080760" y="385876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states are clamped to the range training data covered, so a simulation cannot wander into states no network has ever produced.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846320"/>
            <a:ext cx="11064240" cy="1463040"/>
          </a:xfrm>
          <a:prstGeom prst="roundRect">
            <a:avLst>
              <a:gd name="adj" fmla="val 2500"/>
            </a:avLst>
          </a:prstGeom>
          <a:solidFill>
            <a:srgbClr val="1B2532"/>
          </a:solidFill>
          <a:ln w="12700">
            <a:solidFill>
              <a:srgbClr val="24324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49926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that made it work: predict the change, not the state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" y="5340096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Regressing the absolute next state looked fine in unit tests. Rendering the first live forecast exposed it: five steps read 1.00, 0.00, 0.00, 0.99, 1.00. Ridge shrinks toward zero, so a regularised model predicts the mean state — and feeding mean states back into the context made the heads swing between extremes. Predicting S t+1 − S t makes shrinkage mean "nothing changes", which is the right prior for network state. False-positive rate fell from 0.134 to 0.071.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captures — train and test share no window, no flow, no campaign. Thresholds chosen on validation.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72768"/>
          <a:ext cx="67665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572768"/>
            <a:ext cx="3977640" cy="1463040"/>
          </a:xfrm>
          <a:prstGeom prst="roundRect">
            <a:avLst>
              <a:gd name="adj" fmla="val 2500"/>
            </a:avLst>
          </a:prstGeom>
          <a:solidFill>
            <a:srgbClr val="1B2532"/>
          </a:solidFill>
          <a:ln w="12700">
            <a:solidFill>
              <a:srgbClr val="24324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7190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197510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0.071</a:t>
            </a:r>
            <a:endParaRPr lang="en-US" sz="5200" dirty="0"/>
          </a:p>
        </p:txBody>
      </p:sp>
      <p:sp>
        <p:nvSpPr>
          <p:cNvPr id="8" name="Text 5"/>
          <p:cNvSpPr txBox="1"/>
          <p:nvPr/>
        </p:nvSpPr>
        <p:spPr>
          <a:xfrm>
            <a:off x="9784080" y="213969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0.166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classifier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35240" y="3182112"/>
            <a:ext cx="3977640" cy="1591056"/>
          </a:xfrm>
          <a:prstGeom prst="roundRect">
            <a:avLst>
              <a:gd name="adj" fmla="val 2299"/>
            </a:avLst>
          </a:prstGeom>
          <a:solidFill>
            <a:srgbClr val="151C26"/>
          </a:solidFill>
          <a:ln w="12700">
            <a:solidFill>
              <a:srgbClr val="2432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09560" y="33284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really a world model?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362102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Next-state error against the persistence floor. A model that wins on F1 but cannot beat "assume nothing changes" has learned a classifier, not dynamics.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909560" y="4224528"/>
            <a:ext cx="3429000" cy="219456"/>
          </a:xfrm>
          <a:prstGeom prst="roundRect">
            <a:avLst>
              <a:gd name="adj" fmla="val 41667"/>
            </a:avLst>
          </a:prstGeom>
          <a:solidFill>
            <a:srgbClr val="1B2532"/>
          </a:solidFill>
          <a:ln w="12700">
            <a:solidFill>
              <a:srgbClr val="24324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09560" y="4224528"/>
            <a:ext cx="2084832" cy="219456"/>
          </a:xfrm>
          <a:prstGeom prst="roundRect">
            <a:avLst>
              <a:gd name="adj" fmla="val 41667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09560" y="44805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0.611  world model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9646920" y="448056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7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1.006  persistence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48640" y="4956048"/>
            <a:ext cx="11064240" cy="1170432"/>
          </a:xfrm>
          <a:prstGeom prst="roundRect">
            <a:avLst>
              <a:gd name="adj" fmla="val 3125"/>
            </a:avLst>
          </a:prstGeom>
          <a:solidFill>
            <a:srgbClr val="151C26"/>
          </a:solidFill>
          <a:ln w="12700">
            <a:solidFill>
              <a:srgbClr val="24324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510235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leads at every horizon step, and halves the false-positive rate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54132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model leads at every step, and it more than halves the false-positive rate of the snapshot classifier the problem statement criticises — 0.071 against 0.166. A static classifier has nothing to extrapolate from; a learned transition model does. The weakest class is Impact, F1 0.500 on 32 test windows: too rare in this corpus to learn well, and reported rather than hidden.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Explainable, and it runs in an air-gapped network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42416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requirements, not features — and both shaped what we were willing to depend on</a:t>
            </a:r>
            <a:endParaRPr lang="en-US" sz="1400" dirty="0"/>
          </a:p>
        </p:txBody>
      </p:sp>
      <p:pic>
        <p:nvPicPr>
          <p:cNvPr id="4" name="Image 0" descr="/tmp/deck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6035040" cy="42428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72768"/>
            <a:ext cx="6035040" cy="4242816"/>
          </a:xfrm>
          <a:prstGeom prst="roundRect">
            <a:avLst>
              <a:gd name="adj" fmla="val 647"/>
            </a:avLst>
          </a:prstGeom>
          <a:solidFill>
            <a:srgbClr val="0B0F14">
              <a:alpha val="0"/>
            </a:srgbClr>
          </a:solidFill>
          <a:ln w="12700">
            <a:solidFill>
              <a:srgbClr val="24324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87044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offline dashboard: risk timeline, forward simulation, Shapley drivers and the flows behind the peak window. 79,485 packets to rendered result in 3.9 seconds.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903720" y="1572768"/>
            <a:ext cx="4709160" cy="1298448"/>
          </a:xfrm>
          <a:prstGeom prst="roundRect">
            <a:avLst>
              <a:gd name="adj" fmla="val 2817"/>
            </a:avLst>
          </a:prstGeom>
          <a:solidFill>
            <a:srgbClr val="151C26"/>
          </a:solidFill>
          <a:ln w="12700">
            <a:solidFill>
              <a:srgbClr val="2432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78040" y="1801368"/>
            <a:ext cx="219456" cy="219456"/>
          </a:xfrm>
          <a:prstGeom prst="ellipse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52944" y="17465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it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2103120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KernelSHAP over the 96 features — written in-tree, verified against closed-form Shapley values to 1.2e-05. Reported in plain language: "share of traffic to remote-access services +0.216".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903720" y="3035808"/>
            <a:ext cx="4709160" cy="1298448"/>
          </a:xfrm>
          <a:prstGeom prst="roundRect">
            <a:avLst>
              <a:gd name="adj" fmla="val 2817"/>
            </a:avLst>
          </a:prstGeom>
          <a:solidFill>
            <a:srgbClr val="151C26"/>
          </a:solidFill>
          <a:ln w="12700">
            <a:solidFill>
              <a:srgbClr val="2432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78040" y="3264408"/>
            <a:ext cx="219456" cy="219456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52944" y="32095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came from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3566160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across the 16 context windows, with model-agnostic occlusion as a cross-check — so every backend is explainable, not just the transformer.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903720" y="4498848"/>
            <a:ext cx="4709160" cy="1298448"/>
          </a:xfrm>
          <a:prstGeom prst="roundRect">
            <a:avLst>
              <a:gd name="adj" fmla="val 2817"/>
            </a:avLst>
          </a:prstGeom>
          <a:solidFill>
            <a:srgbClr val="151C26"/>
          </a:solidFill>
          <a:ln w="12700">
            <a:solidFill>
              <a:srgbClr val="24324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78040" y="4727448"/>
            <a:ext cx="219456" cy="21945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52944" y="46725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scapy, no shap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7178040" y="5029200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 networks are air-gapped. ATDRPS ships its own pcap/pcapng parser and its own KernelSHAP, so there is one less supply chain to vet and patch. No cloud API, no telemetry, no runtime download.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903720" y="5961888"/>
            <a:ext cx="4709160" cy="475488"/>
          </a:xfrm>
          <a:prstGeom prst="roundRect">
            <a:avLst>
              <a:gd name="adj" fmla="val 7692"/>
            </a:avLst>
          </a:prstGeom>
          <a:solidFill>
            <a:srgbClr val="1B2532"/>
          </a:solidFill>
          <a:ln w="12700">
            <a:solidFill>
              <a:srgbClr val="24324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78040" y="596188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215 tests · standard library only · MIT licensed · reproducible from (config, dataset, seed)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2026-09-15T16:26:57Z</dcterms:created>
  <dcterms:modified xsi:type="dcterms:W3CDTF">2026-09-15T16:26:57Z</dcterms:modified>
</cp:coreProperties>
</file>